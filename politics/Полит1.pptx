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tags/tag24.xml" ContentType="application/vnd.openxmlformats-officedocument.presentationml.tags+xml"/>
  <Override PartName="/ppt/notesSlides/notesSlide20.xml" ContentType="application/vnd.openxmlformats-officedocument.presentationml.notesSlide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tags/tag28.xml" ContentType="application/vnd.openxmlformats-officedocument.presentationml.tags+xml"/>
  <Override PartName="/ppt/notesSlides/notesSlide24.xml" ContentType="application/vnd.openxmlformats-officedocument.presentationml.notesSlide+xml"/>
  <Override PartName="/ppt/tags/tag29.xml" ContentType="application/vnd.openxmlformats-officedocument.presentationml.tags+xml"/>
  <Override PartName="/ppt/notesSlides/notesSlide25.xml" ContentType="application/vnd.openxmlformats-officedocument.presentationml.notesSlide+xml"/>
  <Override PartName="/ppt/tags/tag30.xml" ContentType="application/vnd.openxmlformats-officedocument.presentationml.tags+xml"/>
  <Override PartName="/ppt/notesSlides/notesSlide26.xml" ContentType="application/vnd.openxmlformats-officedocument.presentationml.notesSlide+xml"/>
  <Override PartName="/ppt/tags/tag31.xml" ContentType="application/vnd.openxmlformats-officedocument.presentationml.tags+xml"/>
  <Override PartName="/ppt/notesSlides/notesSlide27.xml" ContentType="application/vnd.openxmlformats-officedocument.presentationml.notesSlide+xml"/>
  <Override PartName="/ppt/tags/tag32.xml" ContentType="application/vnd.openxmlformats-officedocument.presentationml.tags+xml"/>
  <Override PartName="/ppt/notesSlides/notesSlide28.xml" ContentType="application/vnd.openxmlformats-officedocument.presentationml.notesSlide+xml"/>
  <Override PartName="/ppt/tags/tag33.xml" ContentType="application/vnd.openxmlformats-officedocument.presentationml.tags+xml"/>
  <Override PartName="/ppt/notesSlides/notesSlide29.xml" ContentType="application/vnd.openxmlformats-officedocument.presentationml.notesSlide+xml"/>
  <Override PartName="/ppt/tags/tag34.xml" ContentType="application/vnd.openxmlformats-officedocument.presentationml.tags+xml"/>
  <Override PartName="/ppt/notesSlides/notesSlide30.xml" ContentType="application/vnd.openxmlformats-officedocument.presentationml.notesSlide+xml"/>
  <Override PartName="/ppt/tags/tag35.xml" ContentType="application/vnd.openxmlformats-officedocument.presentationml.tags+xml"/>
  <Override PartName="/ppt/notesSlides/notesSlide31.xml" ContentType="application/vnd.openxmlformats-officedocument.presentationml.notesSlide+xml"/>
  <Override PartName="/ppt/tags/tag36.xml" ContentType="application/vnd.openxmlformats-officedocument.presentationml.tags+xml"/>
  <Override PartName="/ppt/notesSlides/notesSlide32.xml" ContentType="application/vnd.openxmlformats-officedocument.presentationml.notesSlide+xml"/>
  <Override PartName="/ppt/tags/tag37.xml" ContentType="application/vnd.openxmlformats-officedocument.presentationml.tags+xml"/>
  <Override PartName="/ppt/notesSlides/notesSlide33.xml" ContentType="application/vnd.openxmlformats-officedocument.presentationml.notesSlide+xml"/>
  <Override PartName="/ppt/tags/tag38.xml" ContentType="application/vnd.openxmlformats-officedocument.presentationml.tags+xml"/>
  <Override PartName="/ppt/notesSlides/notesSlide34.xml" ContentType="application/vnd.openxmlformats-officedocument.presentationml.notesSlide+xml"/>
  <Override PartName="/ppt/tags/tag39.xml" ContentType="application/vnd.openxmlformats-officedocument.presentationml.tags+xml"/>
  <Override PartName="/ppt/notesSlides/notesSlide35.xml" ContentType="application/vnd.openxmlformats-officedocument.presentationml.notesSlide+xml"/>
  <Override PartName="/ppt/tags/tag40.xml" ContentType="application/vnd.openxmlformats-officedocument.presentationml.tags+xml"/>
  <Override PartName="/ppt/notesSlides/notesSlide36.xml" ContentType="application/vnd.openxmlformats-officedocument.presentationml.notesSlide+xml"/>
  <Override PartName="/ppt/tags/tag41.xml" ContentType="application/vnd.openxmlformats-officedocument.presentationml.tags+xml"/>
  <Override PartName="/ppt/notesSlides/notesSlide37.xml" ContentType="application/vnd.openxmlformats-officedocument.presentationml.notesSlide+xml"/>
  <Override PartName="/ppt/tags/tag42.xml" ContentType="application/vnd.openxmlformats-officedocument.presentationml.tags+xml"/>
  <Override PartName="/ppt/notesSlides/notesSlide38.xml" ContentType="application/vnd.openxmlformats-officedocument.presentationml.notesSlide+xml"/>
  <Override PartName="/ppt/tags/tag43.xml" ContentType="application/vnd.openxmlformats-officedocument.presentationml.tags+xml"/>
  <Override PartName="/ppt/notesSlides/notesSlide39.xml" ContentType="application/vnd.openxmlformats-officedocument.presentationml.notesSlide+xml"/>
  <Override PartName="/ppt/tags/tag44.xml" ContentType="application/vnd.openxmlformats-officedocument.presentationml.tags+xml"/>
  <Override PartName="/ppt/notesSlides/notesSlide40.xml" ContentType="application/vnd.openxmlformats-officedocument.presentationml.notesSlide+xml"/>
  <Override PartName="/ppt/tags/tag45.xml" ContentType="application/vnd.openxmlformats-officedocument.presentationml.tags+xml"/>
  <Override PartName="/ppt/notesSlides/notesSlide41.xml" ContentType="application/vnd.openxmlformats-officedocument.presentationml.notesSlide+xml"/>
  <Override PartName="/ppt/tags/tag46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  <p:sldId id="265" r:id="rId11"/>
    <p:sldId id="269" r:id="rId12"/>
    <p:sldId id="270" r:id="rId13"/>
    <p:sldId id="266" r:id="rId14"/>
    <p:sldId id="271" r:id="rId15"/>
    <p:sldId id="267" r:id="rId16"/>
    <p:sldId id="272" r:id="rId17"/>
    <p:sldId id="268" r:id="rId18"/>
    <p:sldId id="273" r:id="rId19"/>
    <p:sldId id="277" r:id="rId20"/>
    <p:sldId id="278" r:id="rId21"/>
    <p:sldId id="276" r:id="rId22"/>
    <p:sldId id="279" r:id="rId23"/>
    <p:sldId id="275" r:id="rId24"/>
    <p:sldId id="280" r:id="rId25"/>
    <p:sldId id="274" r:id="rId26"/>
    <p:sldId id="281" r:id="rId27"/>
    <p:sldId id="282" r:id="rId28"/>
    <p:sldId id="286" r:id="rId29"/>
    <p:sldId id="284" r:id="rId30"/>
    <p:sldId id="287" r:id="rId31"/>
    <p:sldId id="285" r:id="rId32"/>
    <p:sldId id="288" r:id="rId33"/>
    <p:sldId id="283" r:id="rId34"/>
    <p:sldId id="289" r:id="rId35"/>
    <p:sldId id="291" r:id="rId36"/>
    <p:sldId id="294" r:id="rId37"/>
    <p:sldId id="292" r:id="rId38"/>
    <p:sldId id="295" r:id="rId39"/>
    <p:sldId id="293" r:id="rId40"/>
    <p:sldId id="296" r:id="rId41"/>
    <p:sldId id="290" r:id="rId42"/>
    <p:sldId id="297" r:id="rId43"/>
  </p:sldIdLst>
  <p:sldSz cx="12192000" cy="6858000"/>
  <p:notesSz cx="6858000" cy="9144000"/>
  <p:custDataLst>
    <p:tags r:id="rId4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190"/>
    <a:srgbClr val="3864B2"/>
    <a:srgbClr val="0F3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6323" autoAdjust="0"/>
  </p:normalViewPr>
  <p:slideViewPr>
    <p:cSldViewPr snapToGrid="0">
      <p:cViewPr varScale="1">
        <p:scale>
          <a:sx n="67" d="100"/>
          <a:sy n="67" d="100"/>
        </p:scale>
        <p:origin x="89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405C8-7EFE-4B15-807D-7765AE454758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0661A-DBC5-460F-8DD8-4E346A31B1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55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670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361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29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40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193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304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211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594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129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148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720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187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471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985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5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06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448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602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106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731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906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599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5086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156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248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729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724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1034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1432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3867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0597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5611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808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4944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2141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4639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5990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5405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4444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9162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925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43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024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8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29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67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77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62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20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0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15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175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Управляющая кнопка: настраиваемая 5">
            <a:hlinkClick r:id="" action="ppaction://hlinkshowjump?jump=nextslide" highlightClick="1"/>
          </p:cNvPr>
          <p:cNvSpPr/>
          <p:nvPr userDrawn="1"/>
        </p:nvSpPr>
        <p:spPr>
          <a:xfrm>
            <a:off x="4160939" y="2952925"/>
            <a:ext cx="2910980" cy="1015068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ОТВЕТ</a:t>
            </a:r>
            <a:endParaRPr lang="ru-RU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9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45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13" Type="http://schemas.openxmlformats.org/officeDocument/2006/relationships/slide" Target="slide37.xml"/><Relationship Id="rId18" Type="http://schemas.openxmlformats.org/officeDocument/2006/relationships/slide" Target="slide39.xml"/><Relationship Id="rId3" Type="http://schemas.openxmlformats.org/officeDocument/2006/relationships/notesSlide" Target="../notesSlides/notesSlide2.xml"/><Relationship Id="rId21" Type="http://schemas.openxmlformats.org/officeDocument/2006/relationships/slide" Target="slide25.xml"/><Relationship Id="rId7" Type="http://schemas.openxmlformats.org/officeDocument/2006/relationships/slide" Target="slide27.xml"/><Relationship Id="rId12" Type="http://schemas.openxmlformats.org/officeDocument/2006/relationships/slide" Target="slide29.xml"/><Relationship Id="rId17" Type="http://schemas.openxmlformats.org/officeDocument/2006/relationships/slide" Target="slide31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23.xml"/><Relationship Id="rId20" Type="http://schemas.openxmlformats.org/officeDocument/2006/relationships/slide" Target="slide17.xml"/><Relationship Id="rId1" Type="http://schemas.openxmlformats.org/officeDocument/2006/relationships/tags" Target="../tags/tag6.xml"/><Relationship Id="rId6" Type="http://schemas.openxmlformats.org/officeDocument/2006/relationships/slide" Target="slide19.xml"/><Relationship Id="rId11" Type="http://schemas.openxmlformats.org/officeDocument/2006/relationships/slide" Target="slide21.xml"/><Relationship Id="rId24" Type="http://schemas.openxmlformats.org/officeDocument/2006/relationships/slide" Target="slide41.xml"/><Relationship Id="rId5" Type="http://schemas.openxmlformats.org/officeDocument/2006/relationships/slide" Target="slide11.xml"/><Relationship Id="rId15" Type="http://schemas.openxmlformats.org/officeDocument/2006/relationships/slide" Target="slide15.xml"/><Relationship Id="rId23" Type="http://schemas.openxmlformats.org/officeDocument/2006/relationships/slide" Target="slide42.xml"/><Relationship Id="rId10" Type="http://schemas.openxmlformats.org/officeDocument/2006/relationships/slide" Target="slide13.xml"/><Relationship Id="rId19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5.xml"/><Relationship Id="rId14" Type="http://schemas.openxmlformats.org/officeDocument/2006/relationships/slide" Target="slide7.xml"/><Relationship Id="rId22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5" Type="http://schemas.openxmlformats.org/officeDocument/2006/relationships/slide" Target="slide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5" Type="http://schemas.openxmlformats.org/officeDocument/2006/relationships/slide" Target="slide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5" Type="http://schemas.openxmlformats.org/officeDocument/2006/relationships/slide" Target="slide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5" Type="http://schemas.openxmlformats.org/officeDocument/2006/relationships/slide" Target="slide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5" Type="http://schemas.openxmlformats.org/officeDocument/2006/relationships/slide" Target="slide1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Relationship Id="rId5" Type="http://schemas.openxmlformats.org/officeDocument/2006/relationships/slide" Target="slide18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5" Type="http://schemas.openxmlformats.org/officeDocument/2006/relationships/slide" Target="slide20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Relationship Id="rId5" Type="http://schemas.openxmlformats.org/officeDocument/2006/relationships/slide" Target="slide2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Relationship Id="rId5" Type="http://schemas.openxmlformats.org/officeDocument/2006/relationships/slide" Target="slide2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9.xml"/><Relationship Id="rId5" Type="http://schemas.openxmlformats.org/officeDocument/2006/relationships/slide" Target="slide2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Relationship Id="rId5" Type="http://schemas.openxmlformats.org/officeDocument/2006/relationships/slide" Target="slide28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2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3.xml"/><Relationship Id="rId5" Type="http://schemas.openxmlformats.org/officeDocument/2006/relationships/slide" Target="slide30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4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Relationship Id="rId5" Type="http://schemas.openxmlformats.org/officeDocument/2006/relationships/slide" Target="slide3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6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Relationship Id="rId5" Type="http://schemas.openxmlformats.org/officeDocument/2006/relationships/slide" Target="slide34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8.xml"/><Relationship Id="rId4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9.xml"/><Relationship Id="rId5" Type="http://schemas.openxmlformats.org/officeDocument/2006/relationships/slide" Target="slide3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0.xml"/><Relationship Id="rId4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1.xml"/><Relationship Id="rId5" Type="http://schemas.openxmlformats.org/officeDocument/2006/relationships/slide" Target="slide38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2.xml"/><Relationship Id="rId4" Type="http://schemas.openxmlformats.org/officeDocument/2006/relationships/slide" Target="sl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3.xml"/><Relationship Id="rId5" Type="http://schemas.openxmlformats.org/officeDocument/2006/relationships/slide" Target="slide40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.xml"/><Relationship Id="rId4" Type="http://schemas.openxmlformats.org/officeDocument/2006/relationships/slide" Target="slid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Relationship Id="rId5" Type="http://schemas.openxmlformats.org/officeDocument/2006/relationships/slide" Target="slide4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6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2000">
              <a:schemeClr val="accent5">
                <a:lumMod val="89000"/>
              </a:schemeClr>
            </a:gs>
            <a:gs pos="62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96567" y="4854766"/>
            <a:ext cx="9144000" cy="165576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Викторина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80" y="1778159"/>
            <a:ext cx="5972175" cy="2971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75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5190"/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457814"/>
              </p:ext>
            </p:extLst>
          </p:nvPr>
        </p:nvGraphicFramePr>
        <p:xfrm>
          <a:off x="298939" y="184637"/>
          <a:ext cx="11676185" cy="6631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4913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История</a:t>
                      </a: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Философия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Экономика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Психология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Иностранный язык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381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4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5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6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7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8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913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9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0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1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2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3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913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4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5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6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7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8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4913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9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0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1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2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3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7505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9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ТАНЕЦ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u="non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4" action="ppaction://hlinksldjump"/>
                        </a:rPr>
                        <a:t>200</a:t>
                      </a:r>
                      <a:endParaRPr lang="ru-RU" sz="3500" u="none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9" action="ppaction://hlinksldjump"/>
                        </a:rPr>
                        <a:t>400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4" action="ppaction://hlinksldjump"/>
                        </a:rPr>
                        <a:t>600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9" action="ppaction://hlinksldjump"/>
                        </a:rPr>
                        <a:t>800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ШКОЛА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5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0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5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0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СЕМЬЯ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6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1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6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1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ЛИЧНОЕ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7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2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7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2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ОБЩЕЕ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8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3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8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4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2649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ТАНЦЫ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СКОЛЬКО ЛЕТ Я ЗАНИМАЮСЬ ТАНЦАМИ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ru-RU" sz="3500" dirty="0">
              <a:solidFill>
                <a:schemeClr val="accent4">
                  <a:lumMod val="40000"/>
                  <a:lumOff val="6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Picture 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4" name="Rectangle 3">
            <a:hlinkClick r:id="rId4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7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 лет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97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14760" y="642688"/>
            <a:ext cx="10759642" cy="4578927"/>
          </a:xfrm>
        </p:spPr>
        <p:txBody>
          <a:bodyPr/>
          <a:lstStyle/>
          <a:p>
            <a:pPr algn="ctr"/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9"/>
            <a:ext cx="2352552" cy="80659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5199230" y="5690466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ТАНЦЫ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Название коллектива в котором занимаюсь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17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384352" y="5719551"/>
            <a:ext cx="342234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 action="ppaction://hlinksldjump"/>
              </a:rPr>
              <a:t>Вернуться к выбору тем→</a:t>
            </a:r>
            <a:endParaRPr lang="ru-RU" sz="2500" u="sng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4000" b="1" cap="none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АРТиШОК</a:t>
            </a:r>
            <a:br>
              <a:rPr lang="en-US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152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ТАНЦЫ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Какое направление в танцах больше всего нравится?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985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en-US" sz="3500" b="1" cap="none" dirty="0">
                <a:solidFill>
                  <a:schemeClr val="bg1"/>
                </a:solidFill>
                <a:latin typeface="Open Sans" panose="020B0606030504020204" pitchFamily="34" charset="0"/>
                <a:cs typeface="Arial" panose="020B0604020202020204" pitchFamily="34" charset="0"/>
              </a:rPr>
              <a:t>Dance hall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03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ТАНЦЫ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Любимый танец на данный момент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574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Базар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78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ШКОЛА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Имя первой учительницы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107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Светлана Викторовна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489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Школа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Какие предметы собиралась сдавать на ОГЭ?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089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География, английский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58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ШКОЛА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Профиль класса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529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Социально-экономический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834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ШКОЛА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каком классе была отличницей?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637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Во втором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924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СЕМЬЯ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зовут членов моей семьи?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679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Ирина, Михаил, Денис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100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СЕМЬЯ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Разница в возрасте с братом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09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 года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918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СЕМЬЯ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Какие есть домашние животные и как их зовут?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030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Муся, Кай, Герда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6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СЕМЬЯ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Адрес проживания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437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Белинского 18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447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ЛИЧНОЕ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Знак зодиака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54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Скорпион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85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7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ЛИЧНОЕ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Какого цвета глаза?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99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Хамелеоны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53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ЛИЧНОЕ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часто бываю на Байкале?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5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Каждый год от двух раз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766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ЛИЧНОЕ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каких странах я была?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69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Франция, Германия, Польша, Люксембург, Чехия, Болгария, Турция, Швеция, Эстония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89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ОБЩЕЕ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каком году родилась?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893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2004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373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ОБЩЕЕ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Что никогда не ест Влада?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68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Лук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82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ОБЩЕЕ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Номер дет. сада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142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37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378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612493"/>
            <a:ext cx="72780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ОБЩЕЕ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Сумма всех цифр в номере телефона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296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42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90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PLAYERS_CUSTOMIZATION" val="UEsDBBQAAgAIAAlvgUipAcR2+wIAALAIAAAUAAAAdW5pdmVyc2FsL3BsYXllci54bWytVU1v2zAMPadA/4Ohe6WkH2sb2C26AsUO61Ag67ZboNqKrcW2PEmum/76UZK/53QrsEMCm+J7pMhH2r9+yVLvmUnFRR6gBZ4jj+WhiHgeB+jx693RBbq+Ojzwi5TumPR4FKAy5wZAU+RFTIWSFxrAD1QnAeoZMDAjr5BcSK53wH0G3G2k41N0eDADl1wFKNG6WBJSVRXmChB5rERaGhKFQ5GRQjLFcs0kcWkgr8Eu9d/R8MtETvSuYKqHLPT7A9ckLceL4gOS6gQLGZPj+XxBftx/XoUJy+gRz5WmeciQB5Wc2VI+0XB7L6IyZcrYZr5LcsW0NklY28zXS764yD0lwwA5h3XGlKIxUzjNY0QclkyA/U1KVVLzqAGt4VVbXvNav7V5XzdutnOkcy7Kp5SrBI76kM46CfTJMKqf2etaBT02CrozTMiT7FfJJYvs67dWjPMFcgFbxdk8sapCOICnOxpqIXe3AAMV1R3EbdOwaxq2oJYDt9FXHQVqbrthVJeSNaWa+c88YuILlZIaWVxpWTKfjIw1lgzBPnFXrpvUNcRPdJae/UNvjN+oNT/VW52xgP/RmE9A1NaE5xF7uePgo1kGNdUMim1sWBcpNjG7nFT5lPV0PTC5HOumwEU8TWXMYAwjqinp7GQflEmqwCUs5QjbO9gLTnicpPDTkwzj0700GZXbSYbewV5wKsLtBLQ1t2Uk4zqOxNQqyCcT68QPS6VFxl+tPAd7Ri+tDt8auebopuDtwfn8j1EcxGgGc4MmVpd56u2r5vDBzKlWnc+6cJaBWmEemC4L59XMQlmMfCK2oWWqb/s5NfuwBx3lPDUd01zfQe+iWvFX5lU8Ml+6xYmpScKMZgL04eKkxwD9hO0yCG9N+yJuRN7UAWNi39y/rWiz5evWua7v67APNXzmrHIYN1MfQR2xFGUejXqIi+4jolLYaTeSUS9lG7jR4hhEKooAncJDfefLs8vuyueLywZr83pwgV0u71jpdcKdgkit6/Yifr0b4PE3UEsBAgAAFAACAAgACW+BSKkBxHb7AgAAsAgAABQAAAAAAAAAAQAAAAAAAAAAAHVuaXZlcnNhbC9wbGF5ZXIueG1sUEsFBgAAAAABAAEAQgAAAC0DAAAAAA=="/>
  <p:tag name="ISPRING_PRESENTATION_TITLE" val="СВОЯ ИГРА"/>
  <p:tag name="ARTICULATE_SLIDE_COUNT" val="42"/>
  <p:tag name="ARTICULATE_PROJECT_OPEN" val="0"/>
  <p:tag name="ISPRING_UUID" val="{057A1C99-AAD4-4B36-81AC-138FA0944F7E}"/>
  <p:tag name="ISPRING_RESOURCE_FOLDER" val="C:\Users\olga.kokoulina\Documents\СВОЯ ИГРА - Copy\"/>
  <p:tag name="ISPRING_PRESENTATION_PATH" val="C:\Users\olga.kokoulina\Documents\СВОЯ ИГРА - Copy.pptx"/>
  <p:tag name="ISPRING_PROJECT_FOLDER_UPDATED" val="1"/>
  <p:tag name="ISPRING_SCREEN_RECS_UPDATED" val="C:\Users\olga.kokoulina\Documents\СВОЯ ИГРА - Copy"/>
  <p:tag name="ISPRING_RESOURCE_PATHS_HASH_PRESENTER" val="30a29568428e1fbe1e9622116143a56fc151e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EE599"/>
      </a:hlink>
      <a:folHlink>
        <a:srgbClr val="2D519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3925</TotalTime>
  <Words>433</Words>
  <Application>Microsoft Office PowerPoint</Application>
  <PresentationFormat>Широкоэкранный</PresentationFormat>
  <Paragraphs>194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12 лет</vt:lpstr>
      <vt:lpstr> </vt:lpstr>
      <vt:lpstr>АРТиШОК </vt:lpstr>
      <vt:lpstr>Презентация PowerPoint</vt:lpstr>
      <vt:lpstr>Dance hall</vt:lpstr>
      <vt:lpstr>Презентация PowerPoint</vt:lpstr>
      <vt:lpstr>Базар</vt:lpstr>
      <vt:lpstr>Презентация PowerPoint</vt:lpstr>
      <vt:lpstr>Светлана Викторовна</vt:lpstr>
      <vt:lpstr>Презентация PowerPoint</vt:lpstr>
      <vt:lpstr>География, английский</vt:lpstr>
      <vt:lpstr>Презентация PowerPoint</vt:lpstr>
      <vt:lpstr>Социально-экономический</vt:lpstr>
      <vt:lpstr>Презентация PowerPoint</vt:lpstr>
      <vt:lpstr>Во втором</vt:lpstr>
      <vt:lpstr>Презентация PowerPoint</vt:lpstr>
      <vt:lpstr>Ирина, Михаил, Денис</vt:lpstr>
      <vt:lpstr>Презентация PowerPoint</vt:lpstr>
      <vt:lpstr>4 года</vt:lpstr>
      <vt:lpstr>Презентация PowerPoint</vt:lpstr>
      <vt:lpstr>Муся, Кай, Герда</vt:lpstr>
      <vt:lpstr>Презентация PowerPoint</vt:lpstr>
      <vt:lpstr>Белинского 18</vt:lpstr>
      <vt:lpstr>Презентация PowerPoint</vt:lpstr>
      <vt:lpstr>Скорпион</vt:lpstr>
      <vt:lpstr>Презентация PowerPoint</vt:lpstr>
      <vt:lpstr>Хамелеоны</vt:lpstr>
      <vt:lpstr>Презентация PowerPoint</vt:lpstr>
      <vt:lpstr>Каждый год от двух раз</vt:lpstr>
      <vt:lpstr>Презентация PowerPoint</vt:lpstr>
      <vt:lpstr>Франция, Германия, Польша, Люксембург, Чехия, Болгария, Турция, Швеция, Эстония</vt:lpstr>
      <vt:lpstr>Презентация PowerPoint</vt:lpstr>
      <vt:lpstr>2004</vt:lpstr>
      <vt:lpstr>Презентация PowerPoint</vt:lpstr>
      <vt:lpstr>Лук</vt:lpstr>
      <vt:lpstr>Презентация PowerPoint</vt:lpstr>
      <vt:lpstr>37</vt:lpstr>
      <vt:lpstr>Презентация PowerPoint</vt:lpstr>
      <vt:lpstr>42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СВОЯ ИГРА</dc:title>
  <dc:creator>Olga Kokoulina</dc:creator>
  <cp:lastModifiedBy>Evita Kud</cp:lastModifiedBy>
  <cp:revision>98</cp:revision>
  <dcterms:created xsi:type="dcterms:W3CDTF">2017-04-04T07:27:35Z</dcterms:created>
  <dcterms:modified xsi:type="dcterms:W3CDTF">2025-02-21T17:20:12Z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F2CB6D5A-1B8B-4A8E-ADC4-3A0669CDCAD4</vt:lpwstr>
  </property>
  <property fmtid="{D5CDD505-2E9C-101B-9397-08002B2CF9AE}" pid="3" name="ArticulatePath">
    <vt:lpwstr>Презентация2</vt:lpwstr>
  </property>
</Properties>
</file>