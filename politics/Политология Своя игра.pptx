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tags/tag21.xml" ContentType="application/vnd.openxmlformats-officedocument.presentationml.tags+xml"/>
  <Override PartName="/ppt/notesSlides/notesSlide17.xml" ContentType="application/vnd.openxmlformats-officedocument.presentationml.notesSlide+xml"/>
  <Override PartName="/ppt/tags/tag22.xml" ContentType="application/vnd.openxmlformats-officedocument.presentationml.tags+xml"/>
  <Override PartName="/ppt/notesSlides/notesSlide18.xml" ContentType="application/vnd.openxmlformats-officedocument.presentationml.notesSlide+xml"/>
  <Override PartName="/ppt/tags/tag23.xml" ContentType="application/vnd.openxmlformats-officedocument.presentationml.tags+xml"/>
  <Override PartName="/ppt/notesSlides/notesSlide19.xml" ContentType="application/vnd.openxmlformats-officedocument.presentationml.notesSlide+xml"/>
  <Override PartName="/ppt/tags/tag24.xml" ContentType="application/vnd.openxmlformats-officedocument.presentationml.tags+xml"/>
  <Override PartName="/ppt/notesSlides/notesSlide20.xml" ContentType="application/vnd.openxmlformats-officedocument.presentationml.notesSlide+xml"/>
  <Override PartName="/ppt/tags/tag25.xml" ContentType="application/vnd.openxmlformats-officedocument.presentationml.tags+xml"/>
  <Override PartName="/ppt/notesSlides/notesSlide21.xml" ContentType="application/vnd.openxmlformats-officedocument.presentationml.notesSlide+xml"/>
  <Override PartName="/ppt/tags/tag26.xml" ContentType="application/vnd.openxmlformats-officedocument.presentationml.tags+xml"/>
  <Override PartName="/ppt/notesSlides/notesSlide22.xml" ContentType="application/vnd.openxmlformats-officedocument.presentationml.notesSlide+xml"/>
  <Override PartName="/ppt/tags/tag27.xml" ContentType="application/vnd.openxmlformats-officedocument.presentationml.tags+xml"/>
  <Override PartName="/ppt/notesSlides/notesSlide23.xml" ContentType="application/vnd.openxmlformats-officedocument.presentationml.notesSlide+xml"/>
  <Override PartName="/ppt/tags/tag28.xml" ContentType="application/vnd.openxmlformats-officedocument.presentationml.tags+xml"/>
  <Override PartName="/ppt/notesSlides/notesSlide24.xml" ContentType="application/vnd.openxmlformats-officedocument.presentationml.notesSlide+xml"/>
  <Override PartName="/ppt/tags/tag29.xml" ContentType="application/vnd.openxmlformats-officedocument.presentationml.tags+xml"/>
  <Override PartName="/ppt/notesSlides/notesSlide25.xml" ContentType="application/vnd.openxmlformats-officedocument.presentationml.notesSlide+xml"/>
  <Override PartName="/ppt/tags/tag30.xml" ContentType="application/vnd.openxmlformats-officedocument.presentationml.tags+xml"/>
  <Override PartName="/ppt/notesSlides/notesSlide26.xml" ContentType="application/vnd.openxmlformats-officedocument.presentationml.notesSlide+xml"/>
  <Override PartName="/ppt/tags/tag31.xml" ContentType="application/vnd.openxmlformats-officedocument.presentationml.tags+xml"/>
  <Override PartName="/ppt/notesSlides/notesSlide27.xml" ContentType="application/vnd.openxmlformats-officedocument.presentationml.notesSlide+xml"/>
  <Override PartName="/ppt/tags/tag32.xml" ContentType="application/vnd.openxmlformats-officedocument.presentationml.tags+xml"/>
  <Override PartName="/ppt/notesSlides/notesSlide28.xml" ContentType="application/vnd.openxmlformats-officedocument.presentationml.notesSlide+xml"/>
  <Override PartName="/ppt/tags/tag33.xml" ContentType="application/vnd.openxmlformats-officedocument.presentationml.tags+xml"/>
  <Override PartName="/ppt/notesSlides/notesSlide29.xml" ContentType="application/vnd.openxmlformats-officedocument.presentationml.notesSlide+xml"/>
  <Override PartName="/ppt/tags/tag34.xml" ContentType="application/vnd.openxmlformats-officedocument.presentationml.tags+xml"/>
  <Override PartName="/ppt/notesSlides/notesSlide30.xml" ContentType="application/vnd.openxmlformats-officedocument.presentationml.notesSlide+xml"/>
  <Override PartName="/ppt/tags/tag35.xml" ContentType="application/vnd.openxmlformats-officedocument.presentationml.tags+xml"/>
  <Override PartName="/ppt/notesSlides/notesSlide31.xml" ContentType="application/vnd.openxmlformats-officedocument.presentationml.notesSlide+xml"/>
  <Override PartName="/ppt/tags/tag36.xml" ContentType="application/vnd.openxmlformats-officedocument.presentationml.tags+xml"/>
  <Override PartName="/ppt/notesSlides/notesSlide32.xml" ContentType="application/vnd.openxmlformats-officedocument.presentationml.notesSlide+xml"/>
  <Override PartName="/ppt/tags/tag37.xml" ContentType="application/vnd.openxmlformats-officedocument.presentationml.tags+xml"/>
  <Override PartName="/ppt/notesSlides/notesSlide33.xml" ContentType="application/vnd.openxmlformats-officedocument.presentationml.notesSlide+xml"/>
  <Override PartName="/ppt/tags/tag38.xml" ContentType="application/vnd.openxmlformats-officedocument.presentationml.tags+xml"/>
  <Override PartName="/ppt/notesSlides/notesSlide34.xml" ContentType="application/vnd.openxmlformats-officedocument.presentationml.notesSlide+xml"/>
  <Override PartName="/ppt/tags/tag39.xml" ContentType="application/vnd.openxmlformats-officedocument.presentationml.tags+xml"/>
  <Override PartName="/ppt/notesSlides/notesSlide35.xml" ContentType="application/vnd.openxmlformats-officedocument.presentationml.notesSlide+xml"/>
  <Override PartName="/ppt/tags/tag40.xml" ContentType="application/vnd.openxmlformats-officedocument.presentationml.tags+xml"/>
  <Override PartName="/ppt/notesSlides/notesSlide36.xml" ContentType="application/vnd.openxmlformats-officedocument.presentationml.notesSlide+xml"/>
  <Override PartName="/ppt/tags/tag41.xml" ContentType="application/vnd.openxmlformats-officedocument.presentationml.tags+xml"/>
  <Override PartName="/ppt/notesSlides/notesSlide37.xml" ContentType="application/vnd.openxmlformats-officedocument.presentationml.notesSlide+xml"/>
  <Override PartName="/ppt/tags/tag42.xml" ContentType="application/vnd.openxmlformats-officedocument.presentationml.tags+xml"/>
  <Override PartName="/ppt/notesSlides/notesSlide38.xml" ContentType="application/vnd.openxmlformats-officedocument.presentationml.notesSlide+xml"/>
  <Override PartName="/ppt/tags/tag43.xml" ContentType="application/vnd.openxmlformats-officedocument.presentationml.tags+xml"/>
  <Override PartName="/ppt/notesSlides/notesSlide39.xml" ContentType="application/vnd.openxmlformats-officedocument.presentationml.notesSlide+xml"/>
  <Override PartName="/ppt/tags/tag44.xml" ContentType="application/vnd.openxmlformats-officedocument.presentationml.tags+xml"/>
  <Override PartName="/ppt/notesSlides/notesSlide40.xml" ContentType="application/vnd.openxmlformats-officedocument.presentationml.notesSlide+xml"/>
  <Override PartName="/ppt/tags/tag45.xml" ContentType="application/vnd.openxmlformats-officedocument.presentationml.tags+xml"/>
  <Override PartName="/ppt/notesSlides/notesSlide41.xml" ContentType="application/vnd.openxmlformats-officedocument.presentationml.notesSlide+xml"/>
  <Override PartName="/ppt/tags/tag46.xml" ContentType="application/vnd.openxmlformats-officedocument.presentationml.tags+xml"/>
  <Override PartName="/ppt/notesSlides/notesSlide42.xml" ContentType="application/vnd.openxmlformats-officedocument.presentationml.notesSlide+xml"/>
  <Override PartName="/ppt/tags/tag47.xml" ContentType="application/vnd.openxmlformats-officedocument.presentationml.tags+xml"/>
  <Override PartName="/ppt/notesSlides/notesSlide43.xml" ContentType="application/vnd.openxmlformats-officedocument.presentationml.notesSlide+xml"/>
  <Override PartName="/ppt/tags/tag48.xml" ContentType="application/vnd.openxmlformats-officedocument.presentationml.tags+xml"/>
  <Override PartName="/ppt/notesSlides/notesSlide44.xml" ContentType="application/vnd.openxmlformats-officedocument.presentationml.notesSlide+xml"/>
  <Override PartName="/ppt/tags/tag49.xml" ContentType="application/vnd.openxmlformats-officedocument.presentationml.tags+xml"/>
  <Override PartName="/ppt/notesSlides/notesSlide45.xml" ContentType="application/vnd.openxmlformats-officedocument.presentationml.notesSlide+xml"/>
  <Override PartName="/ppt/tags/tag50.xml" ContentType="application/vnd.openxmlformats-officedocument.presentationml.tags+xml"/>
  <Override PartName="/ppt/notesSlides/notesSlide46.xml" ContentType="application/vnd.openxmlformats-officedocument.presentationml.notesSlide+xml"/>
  <Override PartName="/ppt/tags/tag51.xml" ContentType="application/vnd.openxmlformats-officedocument.presentationml.tags+xml"/>
  <Override PartName="/ppt/notesSlides/notesSlide47.xml" ContentType="application/vnd.openxmlformats-officedocument.presentationml.notesSlide+xml"/>
  <Override PartName="/ppt/tags/tag52.xml" ContentType="application/vnd.openxmlformats-officedocument.presentationml.tags+xml"/>
  <Override PartName="/ppt/notesSlides/notesSlide48.xml" ContentType="application/vnd.openxmlformats-officedocument.presentationml.notesSlide+xml"/>
  <Override PartName="/ppt/tags/tag53.xml" ContentType="application/vnd.openxmlformats-officedocument.presentationml.tags+xml"/>
  <Override PartName="/ppt/notesSlides/notesSlide49.xml" ContentType="application/vnd.openxmlformats-officedocument.presentationml.notesSlide+xml"/>
  <Override PartName="/ppt/tags/tag54.xml" ContentType="application/vnd.openxmlformats-officedocument.presentationml.tags+xml"/>
  <Override PartName="/ppt/notesSlides/notesSlide50.xml" ContentType="application/vnd.openxmlformats-officedocument.presentationml.notesSlide+xml"/>
  <Override PartName="/ppt/tags/tag55.xml" ContentType="application/vnd.openxmlformats-officedocument.presentationml.tags+xml"/>
  <Override PartName="/ppt/notesSlides/notesSlide51.xml" ContentType="application/vnd.openxmlformats-officedocument.presentationml.notesSlide+xml"/>
  <Override PartName="/ppt/tags/tag56.xml" ContentType="application/vnd.openxmlformats-officedocument.presentationml.tags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2" r:id="rId10"/>
    <p:sldId id="265" r:id="rId11"/>
    <p:sldId id="298" r:id="rId12"/>
    <p:sldId id="299" r:id="rId13"/>
    <p:sldId id="269" r:id="rId14"/>
    <p:sldId id="270" r:id="rId15"/>
    <p:sldId id="266" r:id="rId16"/>
    <p:sldId id="271" r:id="rId17"/>
    <p:sldId id="267" r:id="rId18"/>
    <p:sldId id="272" r:id="rId19"/>
    <p:sldId id="268" r:id="rId20"/>
    <p:sldId id="273" r:id="rId21"/>
    <p:sldId id="300" r:id="rId22"/>
    <p:sldId id="301" r:id="rId23"/>
    <p:sldId id="277" r:id="rId24"/>
    <p:sldId id="278" r:id="rId25"/>
    <p:sldId id="276" r:id="rId26"/>
    <p:sldId id="279" r:id="rId27"/>
    <p:sldId id="275" r:id="rId28"/>
    <p:sldId id="280" r:id="rId29"/>
    <p:sldId id="274" r:id="rId30"/>
    <p:sldId id="281" r:id="rId31"/>
    <p:sldId id="302" r:id="rId32"/>
    <p:sldId id="303" r:id="rId33"/>
    <p:sldId id="282" r:id="rId34"/>
    <p:sldId id="286" r:id="rId35"/>
    <p:sldId id="284" r:id="rId36"/>
    <p:sldId id="287" r:id="rId37"/>
    <p:sldId id="285" r:id="rId38"/>
    <p:sldId id="288" r:id="rId39"/>
    <p:sldId id="283" r:id="rId40"/>
    <p:sldId id="289" r:id="rId41"/>
    <p:sldId id="304" r:id="rId42"/>
    <p:sldId id="305" r:id="rId43"/>
    <p:sldId id="291" r:id="rId44"/>
    <p:sldId id="294" r:id="rId45"/>
    <p:sldId id="292" r:id="rId46"/>
    <p:sldId id="295" r:id="rId47"/>
    <p:sldId id="293" r:id="rId48"/>
    <p:sldId id="296" r:id="rId49"/>
    <p:sldId id="290" r:id="rId50"/>
    <p:sldId id="297" r:id="rId51"/>
    <p:sldId id="306" r:id="rId52"/>
    <p:sldId id="307" r:id="rId53"/>
  </p:sldIdLst>
  <p:sldSz cx="12192000" cy="6858000"/>
  <p:notesSz cx="6858000" cy="9144000"/>
  <p:custDataLst>
    <p:tags r:id="rId55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5190"/>
    <a:srgbClr val="3864B2"/>
    <a:srgbClr val="0F36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6323" autoAdjust="0"/>
  </p:normalViewPr>
  <p:slideViewPr>
    <p:cSldViewPr snapToGrid="0">
      <p:cViewPr varScale="1">
        <p:scale>
          <a:sx n="67" d="100"/>
          <a:sy n="67" d="100"/>
        </p:scale>
        <p:origin x="89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405C8-7EFE-4B15-807D-7765AE454758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0661A-DBC5-460F-8DD8-4E346A31B1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55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670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361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29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400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193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5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304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211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594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129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525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476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148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720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187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471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9856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58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5068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4484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0943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0486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6027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1061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7315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9066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5990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5086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1569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2489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8437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3394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729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7242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1034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1432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3867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0597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5611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808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1230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4580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4944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2141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4639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5990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5405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4444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9162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9252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55569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0661A-DBC5-460F-8DD8-4E346A31B1FE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442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43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024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8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29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67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77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62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204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20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89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159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2175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  <p:sp>
        <p:nvSpPr>
          <p:cNvPr id="6" name="Управляющая кнопка: настраиваемая 5">
            <a:hlinkClick r:id="" action="ppaction://hlinkshowjump?jump=nextslide" highlightClick="1"/>
          </p:cNvPr>
          <p:cNvSpPr/>
          <p:nvPr userDrawn="1"/>
        </p:nvSpPr>
        <p:spPr>
          <a:xfrm>
            <a:off x="4160939" y="2952925"/>
            <a:ext cx="2910980" cy="1015068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ОТВЕТ</a:t>
            </a:r>
            <a:endParaRPr lang="ru-RU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49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5DBFB-DE8D-4744-928A-4B216267F296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69EB1-8785-4EB2-BD50-90242CFAE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45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13" Type="http://schemas.openxmlformats.org/officeDocument/2006/relationships/slide" Target="slide45.xml"/><Relationship Id="rId18" Type="http://schemas.openxmlformats.org/officeDocument/2006/relationships/slide" Target="slide47.xml"/><Relationship Id="rId26" Type="http://schemas.openxmlformats.org/officeDocument/2006/relationships/slide" Target="slide31.xml"/><Relationship Id="rId3" Type="http://schemas.openxmlformats.org/officeDocument/2006/relationships/notesSlide" Target="../notesSlides/notesSlide2.xml"/><Relationship Id="rId21" Type="http://schemas.openxmlformats.org/officeDocument/2006/relationships/slide" Target="slide29.xml"/><Relationship Id="rId7" Type="http://schemas.openxmlformats.org/officeDocument/2006/relationships/slide" Target="slide33.xml"/><Relationship Id="rId12" Type="http://schemas.openxmlformats.org/officeDocument/2006/relationships/slide" Target="slide35.xml"/><Relationship Id="rId17" Type="http://schemas.openxmlformats.org/officeDocument/2006/relationships/slide" Target="slide37.xml"/><Relationship Id="rId25" Type="http://schemas.openxmlformats.org/officeDocument/2006/relationships/slide" Target="slide21.xml"/><Relationship Id="rId2" Type="http://schemas.openxmlformats.org/officeDocument/2006/relationships/slideLayout" Target="../slideLayouts/slideLayout2.xml"/><Relationship Id="rId16" Type="http://schemas.openxmlformats.org/officeDocument/2006/relationships/slide" Target="slide27.xml"/><Relationship Id="rId20" Type="http://schemas.openxmlformats.org/officeDocument/2006/relationships/slide" Target="slide19.xml"/><Relationship Id="rId29" Type="http://schemas.openxmlformats.org/officeDocument/2006/relationships/slide" Target="slide51.xml"/><Relationship Id="rId1" Type="http://schemas.openxmlformats.org/officeDocument/2006/relationships/tags" Target="../tags/tag6.xml"/><Relationship Id="rId6" Type="http://schemas.openxmlformats.org/officeDocument/2006/relationships/slide" Target="slide23.xml"/><Relationship Id="rId11" Type="http://schemas.openxmlformats.org/officeDocument/2006/relationships/slide" Target="slide25.xml"/><Relationship Id="rId24" Type="http://schemas.openxmlformats.org/officeDocument/2006/relationships/slide" Target="slide11.xml"/><Relationship Id="rId5" Type="http://schemas.openxmlformats.org/officeDocument/2006/relationships/slide" Target="slide13.xml"/><Relationship Id="rId15" Type="http://schemas.openxmlformats.org/officeDocument/2006/relationships/slide" Target="slide17.xml"/><Relationship Id="rId23" Type="http://schemas.openxmlformats.org/officeDocument/2006/relationships/slide" Target="slide50.xml"/><Relationship Id="rId28" Type="http://schemas.openxmlformats.org/officeDocument/2006/relationships/slide" Target="slide49.xml"/><Relationship Id="rId10" Type="http://schemas.openxmlformats.org/officeDocument/2006/relationships/slide" Target="slide15.xml"/><Relationship Id="rId19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5.xml"/><Relationship Id="rId14" Type="http://schemas.openxmlformats.org/officeDocument/2006/relationships/slide" Target="slide7.xml"/><Relationship Id="rId22" Type="http://schemas.openxmlformats.org/officeDocument/2006/relationships/slide" Target="slide39.xml"/><Relationship Id="rId27" Type="http://schemas.openxmlformats.org/officeDocument/2006/relationships/slide" Target="slide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5" Type="http://schemas.openxmlformats.org/officeDocument/2006/relationships/slide" Target="slide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5" Type="http://schemas.openxmlformats.org/officeDocument/2006/relationships/slide" Target="slide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5" Type="http://schemas.openxmlformats.org/officeDocument/2006/relationships/slide" Target="slide1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5" Type="http://schemas.openxmlformats.org/officeDocument/2006/relationships/slide" Target="slide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5" Type="http://schemas.openxmlformats.org/officeDocument/2006/relationships/slide" Target="slide1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Relationship Id="rId5" Type="http://schemas.openxmlformats.org/officeDocument/2006/relationships/slide" Target="slide16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1.xml"/><Relationship Id="rId5" Type="http://schemas.openxmlformats.org/officeDocument/2006/relationships/slide" Target="slide18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3.xml"/><Relationship Id="rId5" Type="http://schemas.openxmlformats.org/officeDocument/2006/relationships/slide" Target="slide20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4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.xml"/><Relationship Id="rId5" Type="http://schemas.openxmlformats.org/officeDocument/2006/relationships/slide" Target="slide2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.xml"/><Relationship Id="rId5" Type="http://schemas.openxmlformats.org/officeDocument/2006/relationships/slide" Target="slide24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.xml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9.xml"/><Relationship Id="rId5" Type="http://schemas.openxmlformats.org/officeDocument/2006/relationships/slide" Target="slide26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0.xml"/><Relationship Id="rId4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1.xml"/><Relationship Id="rId5" Type="http://schemas.openxmlformats.org/officeDocument/2006/relationships/slide" Target="slide28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2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3.xml"/><Relationship Id="rId5" Type="http://schemas.openxmlformats.org/officeDocument/2006/relationships/slide" Target="slide30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4.xml"/><Relationship Id="rId4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5.xml"/><Relationship Id="rId5" Type="http://schemas.openxmlformats.org/officeDocument/2006/relationships/slide" Target="slide3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6.xml"/><Relationship Id="rId4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7.xml"/><Relationship Id="rId5" Type="http://schemas.openxmlformats.org/officeDocument/2006/relationships/slide" Target="slide34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8.xml"/><Relationship Id="rId4" Type="http://schemas.openxmlformats.org/officeDocument/2006/relationships/slide" Target="slide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9.xml"/><Relationship Id="rId5" Type="http://schemas.openxmlformats.org/officeDocument/2006/relationships/slide" Target="slide36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0.xml"/><Relationship Id="rId4" Type="http://schemas.openxmlformats.org/officeDocument/2006/relationships/slide" Target="slide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1.xml"/><Relationship Id="rId5" Type="http://schemas.openxmlformats.org/officeDocument/2006/relationships/slide" Target="slide38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2.xml"/><Relationship Id="rId4" Type="http://schemas.openxmlformats.org/officeDocument/2006/relationships/slide" Target="slide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3.xml"/><Relationship Id="rId5" Type="http://schemas.openxmlformats.org/officeDocument/2006/relationships/slide" Target="slide40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4.xml"/><Relationship Id="rId4" Type="http://schemas.openxmlformats.org/officeDocument/2006/relationships/slide" Target="slide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5.xml"/><Relationship Id="rId5" Type="http://schemas.openxmlformats.org/officeDocument/2006/relationships/slide" Target="slide42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6.xml"/><Relationship Id="rId4" Type="http://schemas.openxmlformats.org/officeDocument/2006/relationships/slide" Target="slide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7.xml"/><Relationship Id="rId5" Type="http://schemas.openxmlformats.org/officeDocument/2006/relationships/slide" Target="slide44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Relationship Id="rId4" Type="http://schemas.openxmlformats.org/officeDocument/2006/relationships/slide" Target="slide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9.xml"/><Relationship Id="rId5" Type="http://schemas.openxmlformats.org/officeDocument/2006/relationships/slide" Target="slide46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0.xml"/><Relationship Id="rId4" Type="http://schemas.openxmlformats.org/officeDocument/2006/relationships/slide" Target="slide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1.xml"/><Relationship Id="rId5" Type="http://schemas.openxmlformats.org/officeDocument/2006/relationships/slide" Target="slide48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2.xml"/><Relationship Id="rId4" Type="http://schemas.openxmlformats.org/officeDocument/2006/relationships/slide" Target="slide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3.xml"/><Relationship Id="rId5" Type="http://schemas.openxmlformats.org/officeDocument/2006/relationships/slide" Target="slide50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4.xml"/><Relationship Id="rId4" Type="http://schemas.openxmlformats.org/officeDocument/2006/relationships/slide" Target="slide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5.xml"/><Relationship Id="rId5" Type="http://schemas.openxmlformats.org/officeDocument/2006/relationships/slide" Target="slide52.xml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6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2000">
              <a:schemeClr val="accent5">
                <a:lumMod val="89000"/>
              </a:schemeClr>
            </a:gs>
            <a:gs pos="62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96567" y="4854766"/>
            <a:ext cx="9144000" cy="165576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Викторина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480" y="1778159"/>
            <a:ext cx="5972175" cy="2971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75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5190"/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457814"/>
              </p:ext>
            </p:extLst>
          </p:nvPr>
        </p:nvGraphicFramePr>
        <p:xfrm>
          <a:off x="298939" y="184637"/>
          <a:ext cx="11676185" cy="6631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5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5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5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5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4913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История</a:t>
                      </a: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Философия</a:t>
                      </a:r>
                    </a:p>
                    <a:p>
                      <a:pPr algn="ctr"/>
                      <a:endParaRPr lang="ru-RU" sz="2400" b="1" dirty="0"/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Экономика</a:t>
                      </a:r>
                    </a:p>
                    <a:p>
                      <a:pPr algn="ctr"/>
                      <a:endParaRPr lang="ru-RU" sz="2400" b="1" dirty="0"/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Психология</a:t>
                      </a:r>
                    </a:p>
                    <a:p>
                      <a:pPr algn="ctr"/>
                      <a:endParaRPr lang="ru-RU" sz="2400" b="1" dirty="0"/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Иностранный язык</a:t>
                      </a:r>
                    </a:p>
                    <a:p>
                      <a:pPr algn="ctr"/>
                      <a:endParaRPr lang="ru-RU" sz="2400" b="1" dirty="0"/>
                    </a:p>
                  </a:txBody>
                  <a:tcPr>
                    <a:solidFill>
                      <a:srgbClr val="0F3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1381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4" action="ppaction://hlinksldjump"/>
                        </a:rPr>
                        <a:t>200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5" action="ppaction://hlinksldjump"/>
                        </a:rPr>
                        <a:t>200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  <a:p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6" action="ppaction://hlinksldjump"/>
                        </a:rPr>
                        <a:t>200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7" action="ppaction://hlinksldjump"/>
                        </a:rPr>
                        <a:t>200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8" action="ppaction://hlinksldjump"/>
                        </a:rPr>
                        <a:t>200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4913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9" action="ppaction://hlinksldjump"/>
                        </a:rPr>
                        <a:t>400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0" action="ppaction://hlinksldjump"/>
                        </a:rPr>
                        <a:t>400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1" action="ppaction://hlinksldjump"/>
                        </a:rPr>
                        <a:t>400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2" action="ppaction://hlinksldjump"/>
                        </a:rPr>
                        <a:t>400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3" action="ppaction://hlinksldjump"/>
                        </a:rPr>
                        <a:t>400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4913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4" action="ppaction://hlinksldjump"/>
                        </a:rPr>
                        <a:t>600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5" action="ppaction://hlinksldjump"/>
                        </a:rPr>
                        <a:t>600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6" action="ppaction://hlinksldjump"/>
                        </a:rPr>
                        <a:t>600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7" action="ppaction://hlinksldjump"/>
                        </a:rPr>
                        <a:t>600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8" action="ppaction://hlinksldjump"/>
                        </a:rPr>
                        <a:t>600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4913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19" action="ppaction://hlinksldjump"/>
                        </a:rPr>
                        <a:t>800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20" action="ppaction://hlinksldjump"/>
                        </a:rPr>
                        <a:t>800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21" action="ppaction://hlinksldjump"/>
                        </a:rPr>
                        <a:t>800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22" action="ppaction://hlinksldjump"/>
                        </a:rPr>
                        <a:t>800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solidFill>
                            <a:srgbClr val="FFC000"/>
                          </a:solidFill>
                          <a:hlinkClick r:id="rId23" action="ppaction://hlinksldjump"/>
                        </a:rPr>
                        <a:t>800</a:t>
                      </a:r>
                      <a:endParaRPr lang="ru-RU" sz="2400" b="1" u="sng" dirty="0">
                        <a:solidFill>
                          <a:srgbClr val="FFC000"/>
                        </a:solidFill>
                      </a:endParaRPr>
                    </a:p>
                    <a:p>
                      <a:pPr algn="ctr"/>
                      <a:endParaRPr lang="ru-RU" sz="24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0F36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166389"/>
              </p:ext>
            </p:extLst>
          </p:nvPr>
        </p:nvGraphicFramePr>
        <p:xfrm>
          <a:off x="0" y="0"/>
          <a:ext cx="12192001" cy="685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2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1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0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0143">
                  <a:extLst>
                    <a:ext uri="{9D8B030D-6E8A-4147-A177-3AD203B41FA5}">
                      <a16:colId xmlns:a16="http://schemas.microsoft.com/office/drawing/2014/main" val="349107789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ru-RU" sz="25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ВЫСКАЗЫВАНИЯ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u="none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4" action="ppaction://hlinksldjump"/>
                        </a:rPr>
                        <a:t>200</a:t>
                      </a:r>
                      <a:endParaRPr lang="ru-RU" sz="3500" u="none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9" action="ppaction://hlinksldjump"/>
                        </a:rPr>
                        <a:t>400</a:t>
                      </a:r>
                      <a:endParaRPr lang="ru-RU" sz="35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4" action="ppaction://hlinksldjump"/>
                        </a:rPr>
                        <a:t>600</a:t>
                      </a:r>
                      <a:endParaRPr lang="ru-RU" sz="35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9" action="ppaction://hlinksldjump"/>
                        </a:rPr>
                        <a:t>800</a:t>
                      </a:r>
                      <a:endParaRPr lang="ru-RU" sz="35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4" action="ppaction://hlinksldjump"/>
                        </a:rPr>
                        <a:t>1000</a:t>
                      </a:r>
                      <a:endParaRPr lang="ru-RU" sz="35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ru-RU" sz="25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ИСТОРИЧЕСКИЕ СОБЫТИЯ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5" action="ppaction://hlinksldjump"/>
                        </a:rPr>
                        <a:t>200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0" action="ppaction://hlinksldjump"/>
                        </a:rPr>
                        <a:t>400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5" action="ppaction://hlinksldjump"/>
                        </a:rPr>
                        <a:t>600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0" action="ppaction://hlinksldjump"/>
                        </a:rPr>
                        <a:t>800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5" action="ppaction://hlinksldjump"/>
                        </a:rPr>
                        <a:t>1000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ru-RU" sz="25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ОПРЕДЕЛЕНИЯ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6" action="ppaction://hlinksldjump"/>
                        </a:rPr>
                        <a:t>200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1" action="ppaction://hlinksldjump"/>
                        </a:rPr>
                        <a:t>400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6" action="ppaction://hlinksldjump"/>
                        </a:rPr>
                        <a:t>600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1" action="ppaction://hlinksldjump"/>
                        </a:rPr>
                        <a:t>800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6" action="ppaction://hlinksldjump"/>
                        </a:rPr>
                        <a:t>1000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ru-RU" sz="25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ПОЛИТИЧЕСКИЕ ДЕЯТЕЛИ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7" action="ppaction://hlinksldjump"/>
                        </a:rPr>
                        <a:t>200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2" action="ppaction://hlinksldjump"/>
                        </a:rPr>
                        <a:t>400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7" action="ppaction://hlinksldjump"/>
                        </a:rPr>
                        <a:t>600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2" action="ppaction://hlinksldjump"/>
                        </a:rPr>
                        <a:t>800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7" action="ppaction://hlinksldjump"/>
                        </a:rPr>
                        <a:t>1000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ru-RU" sz="25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ФОРМА ПРАВЛЕНИЯ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8" action="ppaction://hlinksldjump"/>
                        </a:rPr>
                        <a:t>200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3" action="ppaction://hlinksldjump"/>
                        </a:rPr>
                        <a:t>400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18" action="ppaction://hlinksldjump"/>
                        </a:rPr>
                        <a:t>600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8" action="ppaction://hlinksldjump"/>
                        </a:rPr>
                        <a:t>800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5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hlinkClick r:id="rId29" action="ppaction://hlinksldjump"/>
                        </a:rPr>
                        <a:t>1000</a:t>
                      </a:r>
                      <a:endParaRPr lang="ru-RU" sz="35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gradFill>
                      <a:gsLst>
                        <a:gs pos="0">
                          <a:schemeClr val="accent5">
                            <a:lumMod val="89000"/>
                          </a:schemeClr>
                        </a:gs>
                        <a:gs pos="55000">
                          <a:schemeClr val="accent5">
                            <a:lumMod val="75000"/>
                          </a:schemeClr>
                        </a:gs>
                        <a:gs pos="97000">
                          <a:schemeClr val="accent5">
                            <a:lumMod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2649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457619" y="1416921"/>
            <a:ext cx="7278007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ВЫСКАЗЫВАНИЯ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«Правительство — это не решение нашей проблемы, правительство и есть проблема».</a:t>
            </a:r>
          </a:p>
          <a:p>
            <a:pPr algn="ctr"/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Кто автор этой фразы?</a:t>
            </a:r>
          </a:p>
        </p:txBody>
      </p:sp>
      <p:pic>
        <p:nvPicPr>
          <p:cNvPr id="8" name="Picture 7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4" name="Rectangle 3">
            <a:hlinkClick r:id="rId4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77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Рональд Рейган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972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14760" y="642688"/>
            <a:ext cx="10759642" cy="4578927"/>
          </a:xfrm>
        </p:spPr>
        <p:txBody>
          <a:bodyPr/>
          <a:lstStyle/>
          <a:p>
            <a:pPr algn="ctr"/>
            <a:b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9"/>
            <a:ext cx="2352552" cy="806590"/>
          </a:xfrm>
          <a:prstGeom prst="rect">
            <a:avLst/>
          </a:prstGeom>
        </p:spPr>
      </p:pic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5199230" y="5690466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1808766"/>
            <a:ext cx="727800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ВЫСКАЗЫВАНИЯ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«От каждого по способностям, каждому по потребностям».</a:t>
            </a:r>
          </a:p>
          <a:p>
            <a:pPr algn="ctr"/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Кто автор этого лозунга?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179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384352" y="5719551"/>
            <a:ext cx="342234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 action="ppaction://hlinksldjump"/>
              </a:rPr>
              <a:t>Вернуться к выбору тем→</a:t>
            </a:r>
            <a:endParaRPr lang="ru-RU" sz="2500" u="sng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40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Карл Маркс</a:t>
            </a:r>
            <a:br>
              <a:rPr lang="en-US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152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346569" y="1527667"/>
            <a:ext cx="95001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ВЫСКАЗЫВАНИЯ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«Нас никто не сможет согнуть! Мы сами кого хочешь согнём!»</a:t>
            </a:r>
          </a:p>
          <a:p>
            <a:pPr algn="ctr"/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Какому лидеру СССР принадлежит это высказывание?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985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cs typeface="Arial" panose="020B0604020202020204" pitchFamily="34" charset="0"/>
              </a:rPr>
              <a:t>Никита Хрущёв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03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929893" y="1855748"/>
            <a:ext cx="833346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ВЫСКАЗЫВАНИЯ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«Демократия — это признанная необходимость».</a:t>
            </a:r>
          </a:p>
          <a:p>
            <a:pPr algn="ctr"/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Кто из советских лидеров так высказался о демократии?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574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Иосиф Сталин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78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268416" y="5690461"/>
            <a:ext cx="16564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929893" y="1855748"/>
            <a:ext cx="833346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ВЫСКАЗЫВАНИЯ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«Свобода лучше, чем несвобода».</a:t>
            </a:r>
          </a:p>
          <a:p>
            <a:pPr algn="ctr"/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Кому принадлежит это высказывание?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849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Владимир Путин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009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583053" y="1745389"/>
            <a:ext cx="902714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ИСТОРИЧЕСКИЕ СОБЫТИЯ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каком году произошло падение Берлинской стены, символизировавшее окончание Холодной войны?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107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1989 год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489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218355"/>
            <a:ext cx="727800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ИСТОРИЧЕСКИЕ СОБЫТИЯ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Какое событие вошло в историю как «Кровавое воскресенье»?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089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Разгон демонстрации в Петербурге в 1905 году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58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033887"/>
            <a:ext cx="727800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ИСТОРИЧЕСКИЕ СОБЫТИЯ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Какое событие стало ключевым моментом в завершении «Оттепели» в СССР?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529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Смещение Никиты Хрущёва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834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788005" y="1855749"/>
            <a:ext cx="86172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ИСТОРИЧЕСКИЕ СОБЫТИЯ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каком году произошла Великая французская революция, ознаменовавшая конец абсолютной монархии во Франции?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637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1789 год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924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788005" y="2171059"/>
            <a:ext cx="861723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ИСТОРИЧЕСКИЕ СОБЫТИЯ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Какое событие стало поводом для начала Первой мировой войны в 1914 году?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392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Убийство Франца Фердинанда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98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983962" y="1423307"/>
            <a:ext cx="1022532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ОПРЕДЕЛЕНИЯ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 называется теоретическая политическая концепция, согласно которой люди создают общество и правительство, чтобы обеспечить защиту своих прав и свобод, отказываясь от определенной части своей личной свободы?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679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Социальный контракт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100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819536" y="1212357"/>
            <a:ext cx="85541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ОПРЕДЕЛЕНИЯ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 называется концепция, согласно которой политические власти и институты действуют в интересах доминирующих социальных и экономических групп, а не общества в целом?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109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Теория элит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918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769085" y="1427890"/>
            <a:ext cx="865507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ОПРЕДЕЛЕНИЯ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 называется форма политической культуры, при которой граждане ощущают свою неспособность влиять на политический процесс, и поэтому не участвуют в политической жизни?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030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Аппатическая</a:t>
            </a:r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культура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61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921486" y="1576173"/>
            <a:ext cx="8350274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ОПРЕДЕЛЕНИЯ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 называется процесс, при котором страны или регионы становятся более зависимыми друг от друга через экономические, социальные и политические связи?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437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7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Глобализация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447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388086" y="1218810"/>
            <a:ext cx="94170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ОПРЕДЕЛЕНИЯ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 называется система правления, в которой несколько государств или территориальных единиц объединены на основе добровольного соглашения, и каждый из участников сохраняет определенную степень автономии?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210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7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Конфедерализм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568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342366" y="2033887"/>
            <a:ext cx="95085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ПОЛИТИЧЕСКИЕ ДЕЯТЕЛИ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Этот политический деятель возглавлял Советский Союз в период перестройки и стал первым и последним президентом СССР.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54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Михаил Горбачёв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855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7" name="Прямоугольник 2"/>
          <p:cNvSpPr/>
          <p:nvPr/>
        </p:nvSpPr>
        <p:spPr>
          <a:xfrm>
            <a:off x="1723366" y="1911453"/>
            <a:ext cx="8746514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ПОЛИТИЧЕСКИЕ ДЕЯТЕЛИ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Этот американский президент объявил о «Доктрине самоопределения» и руководил страной во время Великой депрессии и Второй мировой войны.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799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Франклин Рузвельт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533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631926" y="2033887"/>
            <a:ext cx="892939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ПОЛИТИЧЕСКИЕ ДЕЯТЕЛИ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Этот политический деятель объединил Германию в конце XIX века и стал первым канцлером Германской империи.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51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7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Отто фон Бисмарк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766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1804773"/>
            <a:ext cx="7278007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ПОЛИТИЧЕСКИЕ ДЕЯТЕЛИ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Этот российский император провёл масштабные реформы, включая отмену крепостного права в 1861 году.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698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Александр </a:t>
            </a:r>
            <a:r>
              <a:rPr lang="en-US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89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1804773"/>
            <a:ext cx="7278007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ПОЛИТИЧЕСКИЕ ДЕЯТЕЛИ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Этот советский лидер начал политику десталинизации и осудил культ личности Сталина на XX съезде КПСС.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279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Никита Хрущёв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265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662406" y="1804773"/>
            <a:ext cx="8868434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ПРАВЛЕНИЯ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правления, при которой власть полностью сосредоточена в руках одного человека, не ограничена никакими законами или конституцией.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893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Абсолютизм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373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2033887"/>
            <a:ext cx="727800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ПРАВЛЕНИЯ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правления, в которой власть принадлежит религиозным лидерам или духовенству.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683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Теократия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382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2457619" y="1835253"/>
            <a:ext cx="7278007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ПРАВЛЕНИЯ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правления, в которой государство состоит из нескольких субъектов, обладающих значительной самостоятельностью.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142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Федерация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378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800812" y="2101300"/>
            <a:ext cx="859162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ПРАВЛЕНИЯ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правления, где монарх имеет ограниченные полномочия, а реальная власть принадлежит парламенту.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296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Парламентская монархия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190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71" y="5499514"/>
            <a:ext cx="2352552" cy="806590"/>
          </a:xfrm>
          <a:prstGeom prst="rect">
            <a:avLst/>
          </a:prstGeom>
        </p:spPr>
      </p:pic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5199230" y="5690461"/>
            <a:ext cx="1794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Узнать ответ</a:t>
            </a:r>
          </a:p>
        </p:txBody>
      </p:sp>
      <p:sp>
        <p:nvSpPr>
          <p:cNvPr id="6" name="Прямоугольник 2"/>
          <p:cNvSpPr/>
          <p:nvPr/>
        </p:nvSpPr>
        <p:spPr>
          <a:xfrm>
            <a:off x="1800812" y="2101300"/>
            <a:ext cx="8591622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ПРАВЛЕНИЯ</a:t>
            </a:r>
            <a:r>
              <a:rPr lang="en-US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3500" dirty="0">
                <a:solidFill>
                  <a:schemeClr val="accent4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правления, при которой один человек или группа лиц имеют неограниченную власть, не контролируемую законом или народом.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267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30000">
              <a:schemeClr val="accent5">
                <a:lumMod val="89000"/>
              </a:schemeClr>
            </a:gs>
            <a:gs pos="55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3959299" y="5719551"/>
            <a:ext cx="42724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500" u="sng" dirty="0">
                <a:ln w="0"/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Вернуться к выбору тем→</a:t>
            </a: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715704" y="2419544"/>
            <a:ext cx="10759642" cy="1513263"/>
          </a:xfrm>
        </p:spPr>
        <p:txBody>
          <a:bodyPr>
            <a:normAutofit/>
          </a:bodyPr>
          <a:lstStyle/>
          <a:p>
            <a:pPr algn="ctr"/>
            <a:r>
              <a:rPr lang="ru-RU" sz="3500" b="1" cap="none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Диктатура</a:t>
            </a:r>
            <a:endParaRPr lang="ru-RU" sz="2000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757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PLAYERS_CUSTOMIZATION" val="UEsDBBQAAgAIAAlvgUipAcR2+wIAALAIAAAUAAAAdW5pdmVyc2FsL3BsYXllci54bWytVU1v2zAMPadA/4Ohe6WkH2sb2C26AsUO61Ag67ZboNqKrcW2PEmum/76UZK/53QrsEMCm+J7pMhH2r9+yVLvmUnFRR6gBZ4jj+WhiHgeB+jx693RBbq+Ojzwi5TumPR4FKAy5wZAU+RFTIWSFxrAD1QnAeoZMDAjr5BcSK53wH0G3G2k41N0eDADl1wFKNG6WBJSVRXmChB5rERaGhKFQ5GRQjLFcs0kcWkgr8Eu9d/R8MtETvSuYKqHLPT7A9ckLceL4gOS6gQLGZPj+XxBftx/XoUJy+gRz5WmeciQB5Wc2VI+0XB7L6IyZcrYZr5LcsW0NklY28zXS764yD0lwwA5h3XGlKIxUzjNY0QclkyA/U1KVVLzqAGt4VVbXvNav7V5XzdutnOkcy7Kp5SrBI76kM46CfTJMKqf2etaBT02CrozTMiT7FfJJYvs67dWjPMFcgFbxdk8sapCOICnOxpqIXe3AAMV1R3EbdOwaxq2oJYDt9FXHQVqbrthVJeSNaWa+c88YuILlZIaWVxpWTKfjIw1lgzBPnFXrpvUNcRPdJae/UNvjN+oNT/VW52xgP/RmE9A1NaE5xF7uePgo1kGNdUMim1sWBcpNjG7nFT5lPV0PTC5HOumwEU8TWXMYAwjqinp7GQflEmqwCUs5QjbO9gLTnicpPDTkwzj0700GZXbSYbewV5wKsLtBLQ1t2Uk4zqOxNQqyCcT68QPS6VFxl+tPAd7Ri+tDt8auebopuDtwfn8j1EcxGgGc4MmVpd56u2r5vDBzKlWnc+6cJaBWmEemC4L59XMQlmMfCK2oWWqb/s5NfuwBx3lPDUd01zfQe+iWvFX5lU8Ml+6xYmpScKMZgL04eKkxwD9hO0yCG9N+yJuRN7UAWNi39y/rWiz5evWua7v67APNXzmrHIYN1MfQR2xFGUejXqIi+4jolLYaTeSUS9lG7jR4hhEKooAncJDfefLs8vuyueLywZr83pwgV0u71jpdcKdgkit6/Yifr0b4PE3UEsBAgAAFAACAAgACW+BSKkBxHb7AgAAsAgAABQAAAAAAAAAAQAAAAAAAAAAAHVuaXZlcnNhbC9wbGF5ZXIueG1sUEsFBgAAAAABAAEAQgAAAC0DAAAAAA=="/>
  <p:tag name="ISPRING_PRESENTATION_TITLE" val="СВОЯ ИГРА"/>
  <p:tag name="ARTICULATE_SLIDE_COUNT" val="42"/>
  <p:tag name="ARTICULATE_PROJECT_OPEN" val="0"/>
  <p:tag name="ISPRING_UUID" val="{057A1C99-AAD4-4B36-81AC-138FA0944F7E}"/>
  <p:tag name="ISPRING_RESOURCE_FOLDER" val="C:\Users\olga.kokoulina\Documents\СВОЯ ИГРА - Copy\"/>
  <p:tag name="ISPRING_PRESENTATION_PATH" val="C:\Users\olga.kokoulina\Documents\СВОЯ ИГРА - Copy.pptx"/>
  <p:tag name="ISPRING_PROJECT_FOLDER_UPDATED" val="1"/>
  <p:tag name="ISPRING_SCREEN_RECS_UPDATED" val="C:\Users\olga.kokoulina\Documents\СВОЯ ИГРА - Copy"/>
  <p:tag name="ISPRING_RESOURCE_PATHS_HASH_PRESENTER" val="30a29568428e1fbe1e9622116143a56fc151e3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Custom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EE599"/>
      </a:hlink>
      <a:folHlink>
        <a:srgbClr val="2D519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3995</TotalTime>
  <Words>847</Words>
  <Application>Microsoft Office PowerPoint</Application>
  <PresentationFormat>Широкоэкранный</PresentationFormat>
  <Paragraphs>234</Paragraphs>
  <Slides>52</Slides>
  <Notes>52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7" baseType="lpstr">
      <vt:lpstr>Arial</vt:lpstr>
      <vt:lpstr>Calibri</vt:lpstr>
      <vt:lpstr>Calibri Light</vt:lpstr>
      <vt:lpstr>Open Sans</vt:lpstr>
      <vt:lpstr>Тема Office</vt:lpstr>
      <vt:lpstr>Презентация PowerPoint</vt:lpstr>
      <vt:lpstr>Презентация PowerPoint</vt:lpstr>
      <vt:lpstr>Презентация PowerPoint</vt:lpstr>
      <vt:lpstr>Рональд Рейган</vt:lpstr>
      <vt:lpstr> </vt:lpstr>
      <vt:lpstr>Карл Маркс </vt:lpstr>
      <vt:lpstr>Презентация PowerPoint</vt:lpstr>
      <vt:lpstr>Никита Хрущёв</vt:lpstr>
      <vt:lpstr>Презентация PowerPoint</vt:lpstr>
      <vt:lpstr>Иосиф Сталин</vt:lpstr>
      <vt:lpstr>Презентация PowerPoint</vt:lpstr>
      <vt:lpstr>Владимир Путин</vt:lpstr>
      <vt:lpstr>Презентация PowerPoint</vt:lpstr>
      <vt:lpstr>1989 год</vt:lpstr>
      <vt:lpstr>Презентация PowerPoint</vt:lpstr>
      <vt:lpstr>Разгон демонстрации в Петербурге в 1905 году</vt:lpstr>
      <vt:lpstr>Презентация PowerPoint</vt:lpstr>
      <vt:lpstr>Смещение Никиты Хрущёва</vt:lpstr>
      <vt:lpstr>Презентация PowerPoint</vt:lpstr>
      <vt:lpstr>1789 год</vt:lpstr>
      <vt:lpstr>Презентация PowerPoint</vt:lpstr>
      <vt:lpstr>Убийство Франца Фердинанда</vt:lpstr>
      <vt:lpstr>Презентация PowerPoint</vt:lpstr>
      <vt:lpstr>Социальный контракт</vt:lpstr>
      <vt:lpstr>Презентация PowerPoint</vt:lpstr>
      <vt:lpstr>Теория элит</vt:lpstr>
      <vt:lpstr>Презентация PowerPoint</vt:lpstr>
      <vt:lpstr>Аппатическая культура</vt:lpstr>
      <vt:lpstr>Презентация PowerPoint</vt:lpstr>
      <vt:lpstr>Глобализация</vt:lpstr>
      <vt:lpstr>Презентация PowerPoint</vt:lpstr>
      <vt:lpstr>Конфедерализм</vt:lpstr>
      <vt:lpstr>Презентация PowerPoint</vt:lpstr>
      <vt:lpstr>Михаил Горбачёв</vt:lpstr>
      <vt:lpstr>Презентация PowerPoint</vt:lpstr>
      <vt:lpstr>Франклин Рузвельт</vt:lpstr>
      <vt:lpstr>Презентация PowerPoint</vt:lpstr>
      <vt:lpstr>Отто фон Бисмарк</vt:lpstr>
      <vt:lpstr>Презентация PowerPoint</vt:lpstr>
      <vt:lpstr>Александр II</vt:lpstr>
      <vt:lpstr>Презентация PowerPoint</vt:lpstr>
      <vt:lpstr>Никита Хрущёв</vt:lpstr>
      <vt:lpstr>Презентация PowerPoint</vt:lpstr>
      <vt:lpstr>Абсолютизм</vt:lpstr>
      <vt:lpstr>Презентация PowerPoint</vt:lpstr>
      <vt:lpstr>Теократия</vt:lpstr>
      <vt:lpstr>Презентация PowerPoint</vt:lpstr>
      <vt:lpstr>Федерация</vt:lpstr>
      <vt:lpstr>Презентация PowerPoint</vt:lpstr>
      <vt:lpstr>Парламентская монархия</vt:lpstr>
      <vt:lpstr>Презентация PowerPoint</vt:lpstr>
      <vt:lpstr>Диктатура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СВОЯ ИГРА</dc:title>
  <dc:creator>Olga Kokoulina</dc:creator>
  <cp:lastModifiedBy>Evita Kud</cp:lastModifiedBy>
  <cp:revision>118</cp:revision>
  <dcterms:created xsi:type="dcterms:W3CDTF">2017-04-04T07:27:35Z</dcterms:created>
  <dcterms:modified xsi:type="dcterms:W3CDTF">2025-02-21T19:26:49Z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F2CB6D5A-1B8B-4A8E-ADC4-3A0669CDCAD4</vt:lpwstr>
  </property>
  <property fmtid="{D5CDD505-2E9C-101B-9397-08002B2CF9AE}" pid="3" name="ArticulatePath">
    <vt:lpwstr>Презентация2</vt:lpwstr>
  </property>
</Properties>
</file>